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Horse Hotel AMS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Completo de Gestão para Hotel de Cavalos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 tudo-em-um para gerenciar seu negócio de hotel para cavalos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1828800" cy="54864"/>
          </a:xfrm>
          <a:prstGeom prst="rect">
            <a:avLst/>
          </a:prstGeom>
          <a:solidFill>
            <a:srgbClr val="D4A57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Problema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77724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63040"/>
            <a:ext cx="73152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6304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Gerenciar hotéis de cavalos envolve lidar com dezenas de tarefas diárias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77724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331720"/>
            <a:ext cx="73152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33172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em papel leva a check-ins esquecidos e cuidados não realizados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77724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200400"/>
            <a:ext cx="73152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20040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de comunicação entre equipe, clientes e admin causam atrasos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77724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4069080"/>
            <a:ext cx="73152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06908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sistema centralizado para reservas, transporte e avisos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Solução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 Hotel AMS gerencia tudo a partir de um único painel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749040" cy="1280160"/>
          </a:xfrm>
          <a:prstGeom prst="rect">
            <a:avLst/>
          </a:prstGeom>
          <a:solidFill>
            <a:srgbClr val="3E272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374904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Gestão de Cavalos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AA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completos com planos de cuidados, rastreamento de quarentena e gestão de status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749040" cy="1280160"/>
          </a:xfrm>
          <a:prstGeom prst="rect">
            <a:avLst/>
          </a:prstGeom>
          <a:solidFill>
            <a:srgbClr val="3E272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645920"/>
            <a:ext cx="374904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783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Reservas Inteligentes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1945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AA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reservam instalações online. Admin aprova com um clique — até pelas notificações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3749040" cy="1280160"/>
          </a:xfrm>
          <a:prstGeom prst="rect">
            <a:avLst/>
          </a:prstGeom>
          <a:solidFill>
            <a:srgbClr val="3E272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200400"/>
            <a:ext cx="374904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Logística de Transporte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749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AA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Agende, rastreie e gerencie transporte com atribuição de motorista e atualização de status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200400"/>
            <a:ext cx="3749040" cy="1280160"/>
          </a:xfrm>
          <a:prstGeom prst="rect">
            <a:avLst/>
          </a:prstGeom>
          <a:solidFill>
            <a:srgbClr val="3E272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200400"/>
            <a:ext cx="374904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Comunicação da Equipe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3749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AA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por função, notificações direcionadas e agenda unificada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Funcionalidades Principais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Acesso por Função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Trabalhador, Cliente — cada um vê exatamente o que precisa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371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7472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Gestão de Tarefas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Atribua, priorize e acompanhe tarefas por cavalo ou trabalhador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2801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371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936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Visual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semanal e diária com eventos coloridos para reservas, transportes, chegadas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200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🔔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Notificações Inteligentes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 pedidos direto nas notificações. Sem cliques extras.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31089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3200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47472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Idiomas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completo para Inglês, Português e Holandês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31089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26480" y="3200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30936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de Arquivo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são excluídos automaticamente após 10 dias no arquivo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Seus Clientes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0" y="109728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3931920" y="10972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Auto-cadastro com fluxo de aprovação do admin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0" y="182880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0" y="18288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Registram seus próprios cavalos com preferências de cuidados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0" y="256032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0" y="25603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Reservam arena, paddock e instalações com horários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0" y="329184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0" y="3291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Visualizam status dos cavalos e agenda em tempo real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0" y="402336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0" y="40233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Recebem notificações quando reservas são aprovadas ou rejeitadas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3" name="Text 1"/>
          <p:cNvSpPr/>
          <p:nvPr/>
        </p:nvSpPr>
        <p:spPr>
          <a:xfrm>
            <a:off x="6309360" y="13716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Sua Equipe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14416" y="109728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com chegadas, saídas e tarefas urgentes do dia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14416" y="182880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completa de cavalos com rastreamento de quarentena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14416" y="256032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560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de transporte com autocomplete de motorista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14416" y="329184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2918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com público-alvo (apenas equipe, apenas clientes, todos)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14416" y="402336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0233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usuários com alteração de função e filtros de busca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Excelência Técnica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7724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3716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18 + TypeScript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40480" y="137160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código moderna e manutenível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84832"/>
            <a:ext cx="77724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08483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Totalmente Responsivo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0" y="208483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em desktop, tablet e celular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98064"/>
            <a:ext cx="77724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79806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Rápido &amp; Leve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2798064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100KB gzipped em produção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11296"/>
            <a:ext cx="77724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5112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Backend Necessário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351129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em localStorage — fácil migrar para qualquer backend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224528"/>
            <a:ext cx="77724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2245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Multilíngue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40480" y="422452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completo com troca instantânea de idioma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Pronto para Transformar seu Negócio?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 Hotel AMS está pronto para implantação hoje.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926080" y="3200400"/>
            <a:ext cx="3291840" cy="640080"/>
          </a:xfrm>
          <a:prstGeom prst="rect">
            <a:avLst/>
          </a:prstGeom>
          <a:solidFill>
            <a:srgbClr val="D4A57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0" y="32004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Comece Agora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em contato para uma demonstração ao vivo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57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Horse Hotel AMS - Sales Presentation</dc:title>
  <dc:subject>PptxGenJS Presentation</dc:subject>
  <dc:creator>Horse Hotel AMS</dc:creator>
  <cp:lastModifiedBy>Horse Hotel AMS</cp:lastModifiedBy>
  <cp:revision>1</cp:revision>
  <dcterms:created xsi:type="dcterms:W3CDTF">2026-03-16T19:45:49Z</dcterms:created>
  <dcterms:modified xsi:type="dcterms:W3CDTF">2026-03-16T19:45:49Z</dcterms:modified>
</cp:coreProperties>
</file>