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Horse Hotel AMS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Horse Hotel Management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all-in-one platform to manage your horse hotel business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1828800" cy="54864"/>
          </a:xfrm>
          <a:prstGeom prst="rect">
            <a:avLst/>
          </a:prstGeom>
          <a:solidFill>
            <a:srgbClr val="D4A57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77724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63040"/>
            <a:ext cx="73152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horse hotels involves juggling dozens of daily tasks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77724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331720"/>
            <a:ext cx="73152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3172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tracking leads to missed check-ins and forgotten care schedules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77724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200400"/>
            <a:ext cx="73152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20040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gaps between staff, clients, and admin cause delays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77724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069080"/>
            <a:ext cx="73152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6908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system for bookings, transport, and announcements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Hotel AMS handles everything from one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749040" cy="1280160"/>
          </a:xfrm>
          <a:prstGeom prst="rect">
            <a:avLst/>
          </a:prstGeom>
          <a:solidFill>
            <a:srgbClr val="3E272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374904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Horse Management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A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horse profiles with care plans, quarantine tracking, and status management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749040" cy="1280160"/>
          </a:xfrm>
          <a:prstGeom prst="rect">
            <a:avLst/>
          </a:prstGeom>
          <a:solidFill>
            <a:srgbClr val="3E272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645920"/>
            <a:ext cx="374904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Bookings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194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A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book facilities online. Admin approves with one click — even from notifications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3749040" cy="1280160"/>
          </a:xfrm>
          <a:prstGeom prst="rect">
            <a:avLst/>
          </a:prstGeom>
          <a:solidFill>
            <a:srgbClr val="3E272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200400"/>
            <a:ext cx="374904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 Logistics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749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A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track, and manage horse transport with driver assignment and status updates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200400"/>
            <a:ext cx="3749040" cy="1280160"/>
          </a:xfrm>
          <a:prstGeom prst="rect">
            <a:avLst/>
          </a:prstGeom>
          <a:solidFill>
            <a:srgbClr val="3E272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200400"/>
            <a:ext cx="374904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Communication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749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A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announcements, targeted notifications, and a unified schedule view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Worker, Client — each sees exactly what they need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Management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Assign, prioritize, and track tasks per horse or worker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936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Schedule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and day views with color-coded events for bookings, transports, arrivals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200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Notifications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requests directly from notifications. No extra clicks.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31089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3200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47472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Languages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support for English, Portuguese, and Dutch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1089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3200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30936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Archive System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auto-delete after 10 days in archive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Your Clients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109728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3931920" y="10972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Self-registration with admin approval workflow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0" y="182880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0" y="18288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their own horses with care preferences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256032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25603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arena, paddock, and facilities with time slots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329184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3291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their horse status and schedule in real-time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402336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40233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notifications when bookings are approved or rejected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3" name="Text 1"/>
          <p:cNvSpPr/>
          <p:nvPr/>
        </p:nvSpPr>
        <p:spPr>
          <a:xfrm>
            <a:off x="6309360" y="13716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Your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14416" y="109728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today's arrivals, departures, and urgent tasks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14416" y="182880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horse management with quarantine tracking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14416" y="256032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60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scheduling with driver autocomplete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14416" y="329184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2918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with audience targeting (staff-only, clients-only, everyone)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14416" y="402336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023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with role changes and search filters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Excellence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7724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3716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18 + TypeScript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40480" y="137160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maintainable codebase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84832"/>
            <a:ext cx="77724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848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Fully Responsive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208483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desktop, tablet, and mobile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98064"/>
            <a:ext cx="77724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7980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&amp; Lightweight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279806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100KB gzipped production build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11296"/>
            <a:ext cx="77724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5112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Backend Required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351129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localStorage-based — easy to migrate to any backend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24528"/>
            <a:ext cx="77724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2245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422452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i18n with instant language switching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Transform Your Business?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Hotel AMS is ready to deploy today.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3200400"/>
            <a:ext cx="3291840" cy="640080"/>
          </a:xfrm>
          <a:prstGeom prst="rect">
            <a:avLst/>
          </a:prstGeom>
          <a:solidFill>
            <a:srgbClr val="D4A57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0" y="32004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Started Now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 for a live demo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57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Horse Hotel AMS - Sales Presentation</dc:title>
  <dc:subject>PptxGenJS Presentation</dc:subject>
  <dc:creator>Horse Hotel AMS</dc:creator>
  <cp:lastModifiedBy>Horse Hotel AMS</cp:lastModifiedBy>
  <cp:revision>1</cp:revision>
  <dcterms:created xsi:type="dcterms:W3CDTF">2026-03-16T19:45:49Z</dcterms:created>
  <dcterms:modified xsi:type="dcterms:W3CDTF">2026-03-16T19:45:49Z</dcterms:modified>
</cp:coreProperties>
</file>