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Horse Hotel AMS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Compleet Beheersysteem voor Paardenhotels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alles-in-één platform om uw paardenhotel te beheren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828800" cy="54864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Probleem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beheren van paardenhotels omvat tientallen dagelijkse taken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Papieren administratie leidt tot gemiste inchecks en vergeten verzorgingsschema's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0040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004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Communicatiekloven tussen personeel, klanten en beheer veroorzaken vertragingen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069080"/>
            <a:ext cx="7315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gecentraliseerd systeem voor boekingen, transport en aankondigingen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Oplossing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Hotel AMS beheert alles vanuit één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Paardenbeheer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paardprofielen met verzorgingsplannen, quarantaine-tracking en statusbeheer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4592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Slimme Boekingen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Klanten boeken faciliteiten online. Beheerder keurt goed met één klik — zelfs vanuit meldingen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004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Transportlogistiek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volg en beheer paardentransport met chauffeurstoewijzing en statusupdates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3749040" cy="1280160"/>
          </a:xfrm>
          <a:prstGeom prst="rect">
            <a:avLst/>
          </a:prstGeom>
          <a:solidFill>
            <a:srgbClr val="3E27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004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Teamcommunicatie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A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Rolgebaseerde aankondigingen, gerichte meldingen en een uniforme agendaweergave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Belangrijkste Functies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Rolgebaseerde Toegang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Beheerder, Medewerker, Klant — ieder ziet precies wat nodig 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Takenbeheer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Wijs toe, prioriteer en volg taken per paard of medewerker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Visuele Agenda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 en dagweergave met kleurgecodeerde evenementen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Slimme Meldingen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Keur verzoeken direct goed vanuit meldingen. Geen extra klikken.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Talen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ondersteuning voor Engels, Portugees en Nederlands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093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Archiefsysteem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Aankondigingen worden na 10 dagen automatisch verwijderd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 Uw Klanten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1097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Zelfregistratie met goedkeuringsworkflow door beheerder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Registreren eigen paarden met verzorgingsvoorkeuren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56032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2560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 arena, paddock en faciliteiten met tijdslots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29184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Bekijken paardstatus en agenda in real-time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402336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Ontvangen meldingen bij goedkeuring of afwijzing van boekingen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6309360" y="13716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 Uw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14416" y="109728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met aankomsten, vertrekken en urgente taken van vandaag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14416" y="182880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paardenbeheer met quarantaine-tracking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14416" y="256032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Transportplanning met chauffeur-autocomplete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14416" y="329184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91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Aankondigingen met doelgroep (alleen personeel, alleen klanten, iedereen)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14416" y="4023360"/>
            <a:ext cx="54864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Gebruikersbeheer met rolwijzigingen en zoekfilters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Technische Excellentie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+ TypeScript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371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Moderne, onderhoudbare codebase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848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Volledig Responsief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0848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op desktop, tablet en mobiel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7980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Snel &amp; Lichtgewicht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7980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100KB gzipped productiebouw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5112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Backend Nodig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51129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localStorage-gebaseerd — eenvoudig te migreren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77724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2245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Meertalig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42245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i18n met directe taalwisseling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Klaar om Uw Bedrijf te Transformeren?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Hotel AMS is vandaag klaar voor implementatie.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solidFill>
            <a:srgbClr val="D4A57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Nu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contact op voor een live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Horse Hotel AMS - Sales Presentation</dc:title>
  <dc:subject>PptxGenJS Presentation</dc:subject>
  <dc:creator>Horse Hotel AMS</dc:creator>
  <cp:lastModifiedBy>Horse Hotel AMS</cp:lastModifiedBy>
  <cp:revision>1</cp:revision>
  <dcterms:created xsi:type="dcterms:W3CDTF">2026-03-16T19:45:49Z</dcterms:created>
  <dcterms:modified xsi:type="dcterms:W3CDTF">2026-03-16T19:45:49Z</dcterms:modified>
</cp:coreProperties>
</file>